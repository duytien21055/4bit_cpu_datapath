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Bold Italics" charset="1" panose="00000800000000000000"/>
      <p:regular r:id="rId15"/>
    </p:embeddedFont>
    <p:embeddedFont>
      <p:font typeface="Raleway Bold" charset="1" panose="00000000000000000000"/>
      <p:regular r:id="rId16"/>
    </p:embeddedFont>
    <p:embeddedFont>
      <p:font typeface="Raleway Italics" charset="1" panose="000000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9.pn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2607" y="4700927"/>
            <a:ext cx="11482787" cy="234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b="true" sz="17965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Project 1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35731" y="8369599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4"/>
                </a:lnTo>
                <a:lnTo>
                  <a:pt x="0" y="2442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74557" y="5170571"/>
            <a:ext cx="7711263" cy="5143500"/>
          </a:xfrm>
          <a:custGeom>
            <a:avLst/>
            <a:gdLst/>
            <a:ahLst/>
            <a:cxnLst/>
            <a:rect r="r" b="b" t="t" l="l"/>
            <a:pathLst>
              <a:path h="5143500" w="7711263">
                <a:moveTo>
                  <a:pt x="0" y="0"/>
                </a:moveTo>
                <a:lnTo>
                  <a:pt x="7711263" y="0"/>
                </a:lnTo>
                <a:lnTo>
                  <a:pt x="771126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9812" y="6697483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617528">
            <a:off x="7107222" y="-1635893"/>
            <a:ext cx="4073555" cy="4187767"/>
          </a:xfrm>
          <a:custGeom>
            <a:avLst/>
            <a:gdLst/>
            <a:ahLst/>
            <a:cxnLst/>
            <a:rect r="r" b="b" t="t" l="l"/>
            <a:pathLst>
              <a:path h="4187767" w="4073555">
                <a:moveTo>
                  <a:pt x="0" y="0"/>
                </a:moveTo>
                <a:lnTo>
                  <a:pt x="4073556" y="0"/>
                </a:lnTo>
                <a:lnTo>
                  <a:pt x="4073556" y="4187767"/>
                </a:lnTo>
                <a:lnTo>
                  <a:pt x="0" y="4187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88548" y="-278616"/>
            <a:ext cx="6467599" cy="3927597"/>
          </a:xfrm>
          <a:custGeom>
            <a:avLst/>
            <a:gdLst/>
            <a:ahLst/>
            <a:cxnLst/>
            <a:rect r="r" b="b" t="t" l="l"/>
            <a:pathLst>
              <a:path h="3927597" w="6467599">
                <a:moveTo>
                  <a:pt x="0" y="0"/>
                </a:moveTo>
                <a:lnTo>
                  <a:pt x="6467599" y="0"/>
                </a:lnTo>
                <a:lnTo>
                  <a:pt x="6467599" y="3927597"/>
                </a:lnTo>
                <a:lnTo>
                  <a:pt x="0" y="39275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69571" y="457990"/>
            <a:ext cx="5432516" cy="4114800"/>
          </a:xfrm>
          <a:custGeom>
            <a:avLst/>
            <a:gdLst/>
            <a:ahLst/>
            <a:cxnLst/>
            <a:rect r="r" b="b" t="t" l="l"/>
            <a:pathLst>
              <a:path h="4114800" w="5432516">
                <a:moveTo>
                  <a:pt x="0" y="0"/>
                </a:moveTo>
                <a:lnTo>
                  <a:pt x="5432515" y="0"/>
                </a:lnTo>
                <a:lnTo>
                  <a:pt x="54325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27536" y="6436729"/>
            <a:ext cx="8032929" cy="194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3"/>
              </a:lnSpc>
            </a:pPr>
            <a:r>
              <a:rPr lang="en-US" b="true" sz="5595" spc="61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Deign 4-bit CPU Datapath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06202" y="-1361377"/>
            <a:ext cx="3932498" cy="4042755"/>
          </a:xfrm>
          <a:custGeom>
            <a:avLst/>
            <a:gdLst/>
            <a:ahLst/>
            <a:cxnLst/>
            <a:rect r="r" b="b" t="t" l="l"/>
            <a:pathLst>
              <a:path h="4042755" w="3932498">
                <a:moveTo>
                  <a:pt x="0" y="0"/>
                </a:moveTo>
                <a:lnTo>
                  <a:pt x="3932498" y="0"/>
                </a:lnTo>
                <a:lnTo>
                  <a:pt x="3932498" y="4042755"/>
                </a:lnTo>
                <a:lnTo>
                  <a:pt x="0" y="4042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8066" y="5064968"/>
            <a:ext cx="11724404" cy="14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33"/>
              </a:lnSpc>
            </a:pPr>
            <a:r>
              <a:rPr lang="en-US" sz="8167" i="true" spc="89">
                <a:solidFill>
                  <a:srgbClr val="1E396E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Roll number: HE204958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68413" y="6882414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0" y="0"/>
                </a:moveTo>
                <a:lnTo>
                  <a:pt x="5272220" y="0"/>
                </a:lnTo>
                <a:lnTo>
                  <a:pt x="5272220" y="3516631"/>
                </a:lnTo>
                <a:lnTo>
                  <a:pt x="0" y="3516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53414" y="6882414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1"/>
                </a:lnTo>
                <a:lnTo>
                  <a:pt x="5272220" y="3516631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18806" y="8218873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5"/>
                </a:lnTo>
                <a:lnTo>
                  <a:pt x="0" y="2442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96854" y="3521718"/>
            <a:ext cx="3054479" cy="2743477"/>
          </a:xfrm>
          <a:custGeom>
            <a:avLst/>
            <a:gdLst/>
            <a:ahLst/>
            <a:cxnLst/>
            <a:rect r="r" b="b" t="t" l="l"/>
            <a:pathLst>
              <a:path h="2743477" w="3054479">
                <a:moveTo>
                  <a:pt x="0" y="0"/>
                </a:moveTo>
                <a:lnTo>
                  <a:pt x="3054479" y="0"/>
                </a:lnTo>
                <a:lnTo>
                  <a:pt x="3054479" y="2743477"/>
                </a:lnTo>
                <a:lnTo>
                  <a:pt x="0" y="2743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65250" y="4047478"/>
            <a:ext cx="6545941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Trinh Duy Tien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7762959" y="-999501"/>
            <a:ext cx="3481611" cy="3038496"/>
          </a:xfrm>
          <a:custGeom>
            <a:avLst/>
            <a:gdLst/>
            <a:ahLst/>
            <a:cxnLst/>
            <a:rect r="r" b="b" t="t" l="l"/>
            <a:pathLst>
              <a:path h="3038496" w="3481611">
                <a:moveTo>
                  <a:pt x="0" y="0"/>
                </a:moveTo>
                <a:lnTo>
                  <a:pt x="3481611" y="0"/>
                </a:lnTo>
                <a:lnTo>
                  <a:pt x="3481611" y="3038497"/>
                </a:lnTo>
                <a:lnTo>
                  <a:pt x="0" y="30384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1028631"/>
            <a:ext cx="5099452" cy="3096758"/>
          </a:xfrm>
          <a:custGeom>
            <a:avLst/>
            <a:gdLst/>
            <a:ahLst/>
            <a:cxnLst/>
            <a:rect r="r" b="b" t="t" l="l"/>
            <a:pathLst>
              <a:path h="3096758" w="5099452">
                <a:moveTo>
                  <a:pt x="0" y="0"/>
                </a:moveTo>
                <a:lnTo>
                  <a:pt x="5099452" y="0"/>
                </a:lnTo>
                <a:lnTo>
                  <a:pt x="5099452" y="3096758"/>
                </a:lnTo>
                <a:lnTo>
                  <a:pt x="0" y="30967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42110" y="3318350"/>
            <a:ext cx="4433854" cy="3358374"/>
          </a:xfrm>
          <a:custGeom>
            <a:avLst/>
            <a:gdLst/>
            <a:ahLst/>
            <a:cxnLst/>
            <a:rect r="r" b="b" t="t" l="l"/>
            <a:pathLst>
              <a:path h="3358374" w="4433854">
                <a:moveTo>
                  <a:pt x="0" y="0"/>
                </a:moveTo>
                <a:lnTo>
                  <a:pt x="4433853" y="0"/>
                </a:lnTo>
                <a:lnTo>
                  <a:pt x="4433853" y="3358375"/>
                </a:lnTo>
                <a:lnTo>
                  <a:pt x="0" y="33583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71206" y="8371273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5"/>
                </a:lnTo>
                <a:lnTo>
                  <a:pt x="0" y="2442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99452" y="6676800"/>
            <a:ext cx="7632502" cy="7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1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 4-bit CPU Datapath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1460"/>
            <a:ext cx="18288000" cy="10035540"/>
          </a:xfrm>
          <a:custGeom>
            <a:avLst/>
            <a:gdLst/>
            <a:ahLst/>
            <a:cxnLst/>
            <a:rect r="r" b="b" t="t" l="l"/>
            <a:pathLst>
              <a:path h="10035540" w="18288000">
                <a:moveTo>
                  <a:pt x="0" y="0"/>
                </a:moveTo>
                <a:lnTo>
                  <a:pt x="18288000" y="0"/>
                </a:lnTo>
                <a:lnTo>
                  <a:pt x="18288000" y="10035540"/>
                </a:lnTo>
                <a:lnTo>
                  <a:pt x="0" y="1003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05327"/>
            <a:ext cx="15315582" cy="7752973"/>
          </a:xfrm>
          <a:custGeom>
            <a:avLst/>
            <a:gdLst/>
            <a:ahLst/>
            <a:cxnLst/>
            <a:rect r="r" b="b" t="t" l="l"/>
            <a:pathLst>
              <a:path h="7752973" w="15315582">
                <a:moveTo>
                  <a:pt x="0" y="0"/>
                </a:moveTo>
                <a:lnTo>
                  <a:pt x="15315582" y="0"/>
                </a:lnTo>
                <a:lnTo>
                  <a:pt x="15315582" y="7752973"/>
                </a:lnTo>
                <a:lnTo>
                  <a:pt x="0" y="7752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50548" y="259643"/>
            <a:ext cx="8602414" cy="7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Architecture &amp; D</a:t>
            </a:r>
            <a:r>
              <a:rPr lang="en-US" b="true" sz="454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atapath Flow.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48851"/>
            <a:ext cx="12648203" cy="5773461"/>
          </a:xfrm>
          <a:custGeom>
            <a:avLst/>
            <a:gdLst/>
            <a:ahLst/>
            <a:cxnLst/>
            <a:rect r="r" b="b" t="t" l="l"/>
            <a:pathLst>
              <a:path h="5773461" w="12648203">
                <a:moveTo>
                  <a:pt x="0" y="0"/>
                </a:moveTo>
                <a:lnTo>
                  <a:pt x="12648203" y="0"/>
                </a:lnTo>
                <a:lnTo>
                  <a:pt x="12648203" y="5773461"/>
                </a:lnTo>
                <a:lnTo>
                  <a:pt x="0" y="577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8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68698" y="4039177"/>
            <a:ext cx="10419302" cy="6247823"/>
          </a:xfrm>
          <a:custGeom>
            <a:avLst/>
            <a:gdLst/>
            <a:ahLst/>
            <a:cxnLst/>
            <a:rect r="r" b="b" t="t" l="l"/>
            <a:pathLst>
              <a:path h="6247823" w="10419302">
                <a:moveTo>
                  <a:pt x="0" y="0"/>
                </a:moveTo>
                <a:lnTo>
                  <a:pt x="10419302" y="0"/>
                </a:lnTo>
                <a:lnTo>
                  <a:pt x="10419302" y="6247823"/>
                </a:lnTo>
                <a:lnTo>
                  <a:pt x="0" y="6247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5145" y="258220"/>
            <a:ext cx="3485257" cy="7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Fetch Stage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3656" y="1876803"/>
            <a:ext cx="13145705" cy="7719947"/>
          </a:xfrm>
          <a:custGeom>
            <a:avLst/>
            <a:gdLst/>
            <a:ahLst/>
            <a:cxnLst/>
            <a:rect r="r" b="b" t="t" l="l"/>
            <a:pathLst>
              <a:path h="7719947" w="13145705">
                <a:moveTo>
                  <a:pt x="0" y="0"/>
                </a:moveTo>
                <a:lnTo>
                  <a:pt x="13145705" y="0"/>
                </a:lnTo>
                <a:lnTo>
                  <a:pt x="13145705" y="7719947"/>
                </a:lnTo>
                <a:lnTo>
                  <a:pt x="0" y="7719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1490" y="600598"/>
            <a:ext cx="4110335" cy="7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Decode Stage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68413" y="6882414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0" y="0"/>
                </a:moveTo>
                <a:lnTo>
                  <a:pt x="5272220" y="0"/>
                </a:lnTo>
                <a:lnTo>
                  <a:pt x="5272220" y="3516631"/>
                </a:lnTo>
                <a:lnTo>
                  <a:pt x="0" y="351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53414" y="6882414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1"/>
                </a:lnTo>
                <a:lnTo>
                  <a:pt x="5272220" y="3516631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18806" y="8218873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5"/>
                </a:lnTo>
                <a:lnTo>
                  <a:pt x="0" y="2442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93051" y="6244245"/>
            <a:ext cx="3932498" cy="4042755"/>
          </a:xfrm>
          <a:custGeom>
            <a:avLst/>
            <a:gdLst/>
            <a:ahLst/>
            <a:cxnLst/>
            <a:rect r="r" b="b" t="t" l="l"/>
            <a:pathLst>
              <a:path h="4042755" w="3932498">
                <a:moveTo>
                  <a:pt x="0" y="0"/>
                </a:moveTo>
                <a:lnTo>
                  <a:pt x="3932498" y="0"/>
                </a:lnTo>
                <a:lnTo>
                  <a:pt x="3932498" y="4042755"/>
                </a:lnTo>
                <a:lnTo>
                  <a:pt x="0" y="40427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96854" y="3521718"/>
            <a:ext cx="3054479" cy="2743477"/>
          </a:xfrm>
          <a:custGeom>
            <a:avLst/>
            <a:gdLst/>
            <a:ahLst/>
            <a:cxnLst/>
            <a:rect r="r" b="b" t="t" l="l"/>
            <a:pathLst>
              <a:path h="2743477" w="3054479">
                <a:moveTo>
                  <a:pt x="0" y="0"/>
                </a:moveTo>
                <a:lnTo>
                  <a:pt x="3054479" y="0"/>
                </a:lnTo>
                <a:lnTo>
                  <a:pt x="3054479" y="2743477"/>
                </a:lnTo>
                <a:lnTo>
                  <a:pt x="0" y="2743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496560"/>
            <a:ext cx="6343975" cy="5876696"/>
          </a:xfrm>
          <a:custGeom>
            <a:avLst/>
            <a:gdLst/>
            <a:ahLst/>
            <a:cxnLst/>
            <a:rect r="r" b="b" t="t" l="l"/>
            <a:pathLst>
              <a:path h="5876696" w="6343975">
                <a:moveTo>
                  <a:pt x="0" y="0"/>
                </a:moveTo>
                <a:lnTo>
                  <a:pt x="6343975" y="0"/>
                </a:lnTo>
                <a:lnTo>
                  <a:pt x="6343975" y="5876696"/>
                </a:lnTo>
                <a:lnTo>
                  <a:pt x="0" y="5876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9329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43975" y="2090430"/>
            <a:ext cx="7713042" cy="5066713"/>
          </a:xfrm>
          <a:custGeom>
            <a:avLst/>
            <a:gdLst/>
            <a:ahLst/>
            <a:cxnLst/>
            <a:rect r="r" b="b" t="t" l="l"/>
            <a:pathLst>
              <a:path h="5066713" w="7713042">
                <a:moveTo>
                  <a:pt x="0" y="0"/>
                </a:moveTo>
                <a:lnTo>
                  <a:pt x="7713042" y="0"/>
                </a:lnTo>
                <a:lnTo>
                  <a:pt x="7713042" y="5066713"/>
                </a:lnTo>
                <a:lnTo>
                  <a:pt x="0" y="5066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4748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22241" y="258220"/>
            <a:ext cx="4105275" cy="7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sz="454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454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xecute Stage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839" y="474341"/>
            <a:ext cx="8528461" cy="59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4"/>
              </a:lnSpc>
            </a:pPr>
            <a:r>
              <a:rPr lang="en-US" sz="4541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RTL Schematic &amp; Dataflow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68413" y="6882414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0" y="0"/>
                </a:moveTo>
                <a:lnTo>
                  <a:pt x="5272220" y="0"/>
                </a:lnTo>
                <a:lnTo>
                  <a:pt x="5272220" y="3516631"/>
                </a:lnTo>
                <a:lnTo>
                  <a:pt x="0" y="351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53414" y="6882414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1"/>
                </a:lnTo>
                <a:lnTo>
                  <a:pt x="5272220" y="3516631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18806" y="8218873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5"/>
                </a:lnTo>
                <a:lnTo>
                  <a:pt x="0" y="2442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30563" y="-1932070"/>
            <a:ext cx="3932498" cy="4042755"/>
          </a:xfrm>
          <a:custGeom>
            <a:avLst/>
            <a:gdLst/>
            <a:ahLst/>
            <a:cxnLst/>
            <a:rect r="r" b="b" t="t" l="l"/>
            <a:pathLst>
              <a:path h="4042755" w="3932498">
                <a:moveTo>
                  <a:pt x="0" y="0"/>
                </a:moveTo>
                <a:lnTo>
                  <a:pt x="3932498" y="0"/>
                </a:lnTo>
                <a:lnTo>
                  <a:pt x="3932498" y="4042755"/>
                </a:lnTo>
                <a:lnTo>
                  <a:pt x="0" y="40427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96854" y="3521718"/>
            <a:ext cx="3054479" cy="2743477"/>
          </a:xfrm>
          <a:custGeom>
            <a:avLst/>
            <a:gdLst/>
            <a:ahLst/>
            <a:cxnLst/>
            <a:rect r="r" b="b" t="t" l="l"/>
            <a:pathLst>
              <a:path h="2743477" w="3054479">
                <a:moveTo>
                  <a:pt x="0" y="0"/>
                </a:moveTo>
                <a:lnTo>
                  <a:pt x="3054479" y="0"/>
                </a:lnTo>
                <a:lnTo>
                  <a:pt x="3054479" y="2743477"/>
                </a:lnTo>
                <a:lnTo>
                  <a:pt x="0" y="2743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9144000" y="-1682586"/>
            <a:ext cx="3481611" cy="3038496"/>
          </a:xfrm>
          <a:custGeom>
            <a:avLst/>
            <a:gdLst/>
            <a:ahLst/>
            <a:cxnLst/>
            <a:rect r="r" b="b" t="t" l="l"/>
            <a:pathLst>
              <a:path h="3038496" w="3481611">
                <a:moveTo>
                  <a:pt x="0" y="0"/>
                </a:moveTo>
                <a:lnTo>
                  <a:pt x="3481611" y="0"/>
                </a:lnTo>
                <a:lnTo>
                  <a:pt x="3481611" y="3038496"/>
                </a:lnTo>
                <a:lnTo>
                  <a:pt x="0" y="3038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1637975"/>
            <a:ext cx="15223806" cy="8649025"/>
          </a:xfrm>
          <a:custGeom>
            <a:avLst/>
            <a:gdLst/>
            <a:ahLst/>
            <a:cxnLst/>
            <a:rect r="r" b="b" t="t" l="l"/>
            <a:pathLst>
              <a:path h="8649025" w="15223806">
                <a:moveTo>
                  <a:pt x="0" y="0"/>
                </a:moveTo>
                <a:lnTo>
                  <a:pt x="15223806" y="0"/>
                </a:lnTo>
                <a:lnTo>
                  <a:pt x="15223806" y="8649025"/>
                </a:lnTo>
                <a:lnTo>
                  <a:pt x="0" y="8649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5731" y="8369599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4"/>
                </a:lnTo>
                <a:lnTo>
                  <a:pt x="0" y="2442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74557" y="5170571"/>
            <a:ext cx="7711263" cy="5143500"/>
          </a:xfrm>
          <a:custGeom>
            <a:avLst/>
            <a:gdLst/>
            <a:ahLst/>
            <a:cxnLst/>
            <a:rect r="r" b="b" t="t" l="l"/>
            <a:pathLst>
              <a:path h="5143500" w="7711263">
                <a:moveTo>
                  <a:pt x="0" y="0"/>
                </a:moveTo>
                <a:lnTo>
                  <a:pt x="7711263" y="0"/>
                </a:lnTo>
                <a:lnTo>
                  <a:pt x="771126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02607" y="3061837"/>
            <a:ext cx="1148278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b="true" sz="17965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99812" y="6697483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84967" y="-1322765"/>
            <a:ext cx="5290443" cy="5438773"/>
          </a:xfrm>
          <a:custGeom>
            <a:avLst/>
            <a:gdLst/>
            <a:ahLst/>
            <a:cxnLst/>
            <a:rect r="r" b="b" t="t" l="l"/>
            <a:pathLst>
              <a:path h="5438773" w="5290443">
                <a:moveTo>
                  <a:pt x="0" y="0"/>
                </a:moveTo>
                <a:lnTo>
                  <a:pt x="5290443" y="0"/>
                </a:lnTo>
                <a:lnTo>
                  <a:pt x="5290443" y="5438773"/>
                </a:lnTo>
                <a:lnTo>
                  <a:pt x="0" y="5438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17157" y="-1145211"/>
            <a:ext cx="5099452" cy="3096758"/>
          </a:xfrm>
          <a:custGeom>
            <a:avLst/>
            <a:gdLst/>
            <a:ahLst/>
            <a:cxnLst/>
            <a:rect r="r" b="b" t="t" l="l"/>
            <a:pathLst>
              <a:path h="3096758" w="5099452">
                <a:moveTo>
                  <a:pt x="0" y="0"/>
                </a:moveTo>
                <a:lnTo>
                  <a:pt x="5099452" y="0"/>
                </a:lnTo>
                <a:lnTo>
                  <a:pt x="5099452" y="3096758"/>
                </a:lnTo>
                <a:lnTo>
                  <a:pt x="0" y="3096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69571" y="457990"/>
            <a:ext cx="5432516" cy="4114800"/>
          </a:xfrm>
          <a:custGeom>
            <a:avLst/>
            <a:gdLst/>
            <a:ahLst/>
            <a:cxnLst/>
            <a:rect r="r" b="b" t="t" l="l"/>
            <a:pathLst>
              <a:path h="4114800" w="5432516">
                <a:moveTo>
                  <a:pt x="0" y="0"/>
                </a:moveTo>
                <a:lnTo>
                  <a:pt x="5432515" y="0"/>
                </a:lnTo>
                <a:lnTo>
                  <a:pt x="54325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DAHW9-mytdU</dc:identifier>
  <dcterms:modified xsi:type="dcterms:W3CDTF">2011-08-01T06:04:30Z</dcterms:modified>
  <cp:revision>1</cp:revision>
  <dc:title>White and Blue Illustrative Engineering Group Project Presentation</dc:title>
</cp:coreProperties>
</file>